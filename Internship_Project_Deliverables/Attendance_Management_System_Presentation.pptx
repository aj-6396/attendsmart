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2147"/>
                </a:solidFill>
              </a:rPr>
              <a:t>ATTENDANCE MANAGEMENT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using Progressive Web Application (PWA)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Internship Project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147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Class Mark is a modern attendance monitoring system.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Eliminates traditional paper-based methods and proxy attendance.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Leverages Geo-Fencing, Device Fingerprinting, and OTPs for 100% accuracy.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147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Proxy attendance in large institutional classrooms.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Inefficient time consumption with manual roll calls.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Lack of real-time analytics for students and faculty.
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147"/>
                </a:solidFill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Smart Geofencing: Limits attendance marking within a strict physical radius.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Device Hardware Locking: Binds a student to their registered smartphone.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Time-bound OTPs: Generated live by teachers for specific sessions.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PWA Integration: Works offline-first, installable on any device without App Stores.
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147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Frontend: React 19, Vite, Tailwind CSS 4, Framer Motion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Backend: Supabase (Node.js &amp; Edge Functions)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Database: PostgreSQL (with Row Level Security)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Deployment: Vercel (Edge Network)
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147"/>
                </a:solidFill>
              </a:rPr>
              <a:t>Progressive Web App (PWA)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Installable: Prompts users to "Add to Homescreen" for a native feel.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Service Worker: Caches static assets for fast load times.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Offline Capability: UI remains functional during network drops.
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147"/>
                </a:solidFill>
              </a:rPr>
              <a:t>Security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Hardware Fingerprinting (@fingerprintjs) prevents multi-device login.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Haversine Formula calculates accurate GPS distances.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Row Level Security (RLS) ensures data isolation in the database.
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147"/>
                </a:solidFill>
              </a:rPr>
              <a:t>Future Scope &amp;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Conclusion:
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Successfully developed a secure, proxy-proof attendance system.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Future Scope:
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Integration with biometric/face recognition APIs.
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Machine learning for predictive attendance analytics.
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2147"/>
                </a:solidFill>
              </a:rPr>
              <a:t>Thank You!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2026-07-04T16:40:43Z</dcterms:created>
  <dcterms:modified xsi:type="dcterms:W3CDTF">2026-07-04T16:40:43Z</dcterms:modified>
</cp:coreProperties>
</file>